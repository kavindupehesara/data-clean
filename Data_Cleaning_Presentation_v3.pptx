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C4A8A">
              <a:alpha val="45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109728" cy="1691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and Cleaning  messy_dataset_Mukesh.csv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80560"/>
            <a:ext cx="8046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</a:t>
            </a:r>
            <a:pPr algn="l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May 3, 2026   ·   Python | Pandas | Seaborn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1920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221992"/>
            <a:ext cx="1371600" cy="228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messy_dataset_Mukesh.csv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records: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Age · Country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· Join Date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 (raw)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51560"/>
            <a:ext cx="1920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216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2221992"/>
            <a:ext cx="1371600" cy="228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33172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document, and fix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quality issues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raw dataset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0515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51560"/>
            <a:ext cx="1920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16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2221992"/>
            <a:ext cx="1371600" cy="228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3172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10515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051560"/>
            <a:ext cx="1920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216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86600" y="1828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2221992"/>
            <a:ext cx="1371600" cy="228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33172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9-row cleaned dataset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Visualizations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in Raw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474720" cy="320040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10 data quality problems identified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99616"/>
            <a:ext cx="329184" cy="329184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9536" y="1463040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4630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ID=2 for 'Bob' across two rows (complementary NaNs)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329184" cy="329184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9536" y="2084832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20848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ID for 'Eve' (row 5)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29184" cy="329184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" y="270662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270662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as text: 'thirty-eight' for David (ID=5) → 38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29184" cy="329184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9536" y="3328416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33284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as text: 'sixty five thousand' for ID=7 → 65,000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986784"/>
            <a:ext cx="329184" cy="329184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9536" y="3950208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 '2019-13-01' for Eve (month 13 doesn't exist)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499616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57216" y="1463040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30368" y="14630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Join Date for Charlie (ID=4)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121408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57216" y="2084832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30368" y="20848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for Bob (one row) and Heidi (ID=9)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74320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57216" y="270662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30368" y="270662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Salary for Bob (one row) and Heidi (ID=9)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364992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57216" y="3328416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30368" y="33284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Country for Grace (ID=8)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986784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57216" y="3950208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230368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country code: 'AU' should be 'AUS'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Fixes Applied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text-encoded numbers with numeric values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pd.to_numeric(errors='coerce') for type conversion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duplicate Bob rows via forward/backward fill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Eve's missing ID = 6 (next logical value)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'AU' → 'AUS' country code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dates with multiple formats; invalid → NaT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41148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789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Imputation Strategy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NaNs (Age, Salary) → filled with column median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Country → filled with mode (most frequent)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Join Date → filled with median date (2020-01-15)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sorted by ID after all merges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reset; ID cast to int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NaN count: 0 (except Name for ID=7)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IQR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D6E4F7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Lower Bound = Q1 − 1.5 × IQR     |     Upper Bound = Q3 + 1.5 × IQR     |     Values outside bounds = Outlier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1371600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3375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outliers detected in Age or Salary — all 9 employee values fall within the IQR fence bounds.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Concept: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4160520"/>
            <a:ext cx="18288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4242816"/>
            <a:ext cx="137160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0" y="4114800"/>
            <a:ext cx="2743200" cy="274320"/>
          </a:xfrm>
          <a:prstGeom prst="rect">
            <a:avLst/>
          </a:prstGeom>
          <a:solidFill>
            <a:srgbClr val="4A90D9">
              <a:alpha val="5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77256" y="4114800"/>
            <a:ext cx="36576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4242816"/>
            <a:ext cx="137160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11312" y="4160520"/>
            <a:ext cx="18288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0" y="44256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Q1−1.5×IQR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77640" y="44256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12080" y="44256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66560" y="44256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72400" y="44256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Q3+1.5×IQR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 between Age, Salary, and Join Year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754880" cy="201168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+0.6289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2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−0.6957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+0.6289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2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−0.6957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scale: Dark Blue = strong  →  Light Blue = weak  |  Blue = positive, Light = negative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94960" y="137160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1371600"/>
            <a:ext cx="34290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1444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3212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Age ↔ Salary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21945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Moderate-strong positive (r = +0.63)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32120" y="2578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Age ↔ Join Year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28529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(r = −0.70)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32120" y="3236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Salary ↔ Join Year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35112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 (r = −0.12)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8366760" cy="50292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74904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Older employees earn more (r = +0.63) and joined earlier (r = −0.70). Salary and join year are nearly independent (r = −0.12).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37160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— Salary Distribution</a:t>
            </a:r>
            <a:endParaRPr lang="en-US" sz="2600" dirty="0"/>
          </a:p>
        </p:txBody>
      </p:sp>
      <p:pic>
        <p:nvPicPr>
          <p:cNvPr id="6" name="Image 0" descr="C:\Users\PC\Documents\CW\Data Clean\chart1_salary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3375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115568"/>
            <a:ext cx="3246120" cy="292608"/>
          </a:xfrm>
          <a:prstGeom prst="rect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1155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50992" y="14356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employee salaries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bins after cleaning.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= mean salary.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459736"/>
            <a:ext cx="3246120" cy="292608"/>
          </a:xfrm>
          <a:prstGeom prst="rect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45973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GENERATED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ax.hist(df['Salary'], bins=6)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line: ax.axvline(mean)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labels above each bar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formatted as currency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4078224"/>
            <a:ext cx="3246120" cy="292608"/>
          </a:xfrm>
          <a:prstGeom prst="rect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407822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4398264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range: $55,000 – $72,000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= $62,556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employees earn $58K–$68K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($72K) is the highest earner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outliers in salary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3716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— Age Distribution</a:t>
            </a:r>
            <a:endParaRPr lang="en-US" sz="2600" dirty="0"/>
          </a:p>
        </p:txBody>
      </p:sp>
      <p:pic>
        <p:nvPicPr>
          <p:cNvPr id="6" name="Image 0" descr="C:\Users\PC\Documents\CW\Data Clean\chart2_ag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3375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115568"/>
            <a:ext cx="3246120" cy="2926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1155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50992" y="14356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employee ages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bins after cleaning.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= mean age.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459736"/>
            <a:ext cx="3246120" cy="2926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45973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GENERATED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ax.hist(df['Age'], bins=6)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line: ax.axvline(mean_age)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labels above each bar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3803904"/>
            <a:ext cx="3246120" cy="2926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80390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4123944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range: 22 – 40 years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 = 30.6 years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Heidi's age was imputed (29.5)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employees are in their 20s–30s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 outliers detected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37160"/>
            <a:ext cx="640080" cy="640080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— Employees by Country</a:t>
            </a:r>
            <a:endParaRPr lang="en-US" sz="2600" dirty="0"/>
          </a:p>
        </p:txBody>
      </p:sp>
      <p:pic>
        <p:nvPicPr>
          <p:cNvPr id="6" name="Image 0" descr="C:\Users\PC\Documents\CW\Data Clean\chart3_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337560" cy="64008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115568"/>
            <a:ext cx="3246120" cy="292608"/>
          </a:xfrm>
          <a:prstGeom prst="rect">
            <a:avLst/>
          </a:prstGeom>
          <a:solidFill>
            <a:srgbClr val="2C4A8A">
              <a:alpha val="12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1155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50992" y="14356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employee count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country (NZ vs AUS).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shown inside bars.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459736"/>
            <a:ext cx="3246120" cy="292608"/>
          </a:xfrm>
          <a:prstGeom prst="rect">
            <a:avLst/>
          </a:prstGeom>
          <a:solidFill>
            <a:srgbClr val="2C4A8A">
              <a:alpha val="12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45973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GENERATED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df['Country'].value_counts()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ax.bar() with custom colors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labels via ax.text()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3803904"/>
            <a:ext cx="3246120" cy="292608"/>
          </a:xfrm>
          <a:prstGeom prst="rect">
            <a:avLst/>
          </a:prstGeom>
          <a:solidFill>
            <a:srgbClr val="2C4A8A">
              <a:alpha val="12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80390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4123944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NZ: 6 employees (67%)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AUS: 3 employees (33%)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'AU' was corrected to 'AUS'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Grace's missing country → imputed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is the majority country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3716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— Age Boxplot (Outlier Check)</a:t>
            </a:r>
            <a:endParaRPr lang="en-US" sz="2600" dirty="0"/>
          </a:p>
        </p:txBody>
      </p:sp>
      <p:pic>
        <p:nvPicPr>
          <p:cNvPr id="6" name="Image 0" descr="C:\Users\PC\Documents\CW\Data Clean\chart4_age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3375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115568"/>
            <a:ext cx="324612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1155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50992" y="14356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of Age with IQR fence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to detect outliers visually.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dotted = fence boundaries.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459736"/>
            <a:ext cx="324612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45973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GENERATED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ax.boxplot(df['Age'])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fences: Q1-1.5×IQR, Q3+1.5×IQR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Median, Q3 annotated on plot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3803904"/>
            <a:ext cx="324612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80390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4123944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27,  Median = 29.5,  Q3 = 35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8.0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fence = 15.0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fence = 47.0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9 age values within fences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3716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— Salary Boxplot (Outlier Check)</a:t>
            </a:r>
            <a:endParaRPr lang="en-US" sz="2600" dirty="0"/>
          </a:p>
        </p:txBody>
      </p:sp>
      <p:pic>
        <p:nvPicPr>
          <p:cNvPr id="6" name="Image 0" descr="C:\Users\PC\Documents\CW\Data Clean\chart5_salary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3375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115568"/>
            <a:ext cx="324612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1155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50992" y="14356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of Salary with IQR fence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for outlier detection.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dotted = lower/upper fences.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459736"/>
            <a:ext cx="324612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45973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GENERATED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ax.boxplot(df['Salary'])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Fences: Q1-1.5×IQR, Q3+1.5×IQR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Dollar-formatted y-axis labels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3803904"/>
            <a:ext cx="324612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80390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4123944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$59,000  |  Q3 = $65,000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$62,000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$6,000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fence = $50,000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fence = $74,000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9 salary values within fences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3716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 — Age vs Salary Scatter Plot</a:t>
            </a:r>
            <a:endParaRPr lang="en-US" sz="2600" dirty="0"/>
          </a:p>
        </p:txBody>
      </p:sp>
      <p:pic>
        <p:nvPicPr>
          <p:cNvPr id="6" name="Image 0" descr="C:\Users\PC\Documents\CW\Data Clean\chart6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3375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115568"/>
            <a:ext cx="3246120" cy="29260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1155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50992" y="14356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Age vs Salary.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country (NZ/AUS).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= linear trend line.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459736"/>
            <a:ext cx="3246120" cy="29260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45973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GENERATED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ax.scatter() grouped by Country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np.polyfit() for trend line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adjust_text() for name labels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shown in chart title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4078224"/>
            <a:ext cx="3246120" cy="29260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407822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4398264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+0.629 (moderate-strong)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upward trend: older → higher salary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(38, $68K) and Charlie (35, $72K)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(25, $55K) is youngest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and AUS follow the same trend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3716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 — Pearson Correlation Heatmap</a:t>
            </a:r>
            <a:endParaRPr lang="en-US" sz="2600" dirty="0"/>
          </a:p>
        </p:txBody>
      </p:sp>
      <p:pic>
        <p:nvPicPr>
          <p:cNvPr id="6" name="Image 0" descr="C:\Users\PC\Documents\CW\Data Clean\chart7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05840"/>
            <a:ext cx="3337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3375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115568"/>
            <a:ext cx="324612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1155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50992" y="14356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the 3×3 Pearson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for Age, Salary, Join Year.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Red=positive, Blue=negative.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459736"/>
            <a:ext cx="324612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45973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GENERATED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df.corr(method='pearson')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sns.heatmap(cmap='coolwarm')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center=0, vmin=-1, vmax=1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annotated in each cell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4078224"/>
            <a:ext cx="324612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407822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4398264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Salary:    r = +0.6289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Join Year: r = −0.6957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↔ Join Yr: r = −0.1188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1.0000 (self-correlation)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link: Age and Join Year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87452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$62,556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051560"/>
            <a:ext cx="187452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124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 yrs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051560"/>
            <a:ext cx="187452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124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NZ: 6 | AUS: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Split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051560"/>
            <a:ext cx="187452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124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379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Found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8503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40280"/>
            <a:ext cx="64008" cy="2423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31720"/>
            <a:ext cx="8138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detected — all Age values in [15.0, 47.0] and all Salary values in [$50K, $74K]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Moderate-strong positive correlation: Age ↔ Salary (r = +0.629) — older employees earn more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correlation: Age ↔ Join Year (r = −0.696) — older employees joined earlier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 correlation: Salary ↔ Join Year (r = −0.119) — nearly independent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cleaned from 10 identified issues to 0 remaining NaNs (Name for ID=7 unfixed by design)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dominates headcount: 6 of 9 employees (67%) are from New Zealand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Cleaned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employees — complete, validated data (Name for ID=7 could not be recovered)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42900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($)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2020-02-20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2020-01-15 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2019-11-01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2020-01-15 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(unknown)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2018-05-30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2021-07-25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 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2021-07-25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2019-03-15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0060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Join Date imputed using median date (2020-01-15)    † Age imputed using column median (29.5)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5A">
              <a:alpha val="15000"/>
            </a:srgbClr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Visualization  |  Mukesh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2C4A8A">
              <a:alpha val="45000"/>
            </a:srgbClr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4A90D9">
              <a:alpha val="2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657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7724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Identified and resolved 10 data quality issues across 10 raw rows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77724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0136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Applied type conversion, deduplication, imputation &amp; standardization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77724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2257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IQR detection: 0 outliers — Age in [15, 47], Salary in [$50K, $74K]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77724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4378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Pearson: Age↔Salary r=+0.63 (positive), Age↔Join Year r=−0.70 (negative)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77724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6499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Generated and explained 7 individual visualizations at 180 DPI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77724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Final dataset: 9 employees, clean and ready for analysis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7772400" cy="365760"/>
          </a:xfrm>
          <a:prstGeom prst="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6227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Python 3  ·  Pandas  ·  NumPy  ·  Matplotlib  ·  Seaborn  ·  adjustText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&amp; Visualization</dc:title>
  <dc:subject>PptxGenJS Presentation</dc:subject>
  <dc:creator>Mukesh</dc:creator>
  <cp:lastModifiedBy>Mukesh</cp:lastModifiedBy>
  <cp:revision>1</cp:revision>
  <dcterms:created xsi:type="dcterms:W3CDTF">2026-05-02T21:05:07Z</dcterms:created>
  <dcterms:modified xsi:type="dcterms:W3CDTF">2026-05-02T21:05:07Z</dcterms:modified>
</cp:coreProperties>
</file>