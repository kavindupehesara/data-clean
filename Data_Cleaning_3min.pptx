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C4A8A">
              <a:alpha val="45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926080"/>
            <a:ext cx="4114800" cy="41148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109728" cy="1828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34440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messy_dataset_Mukesh.csv  ·  Python · Pandas · Seaborn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749040"/>
            <a:ext cx="2468880" cy="384048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749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Issues Fixed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3749040"/>
            <a:ext cx="2468880" cy="384048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749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Clean Rows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3749040"/>
            <a:ext cx="2468880" cy="384048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749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Visualizations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80560"/>
            <a:ext cx="8046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</a:t>
            </a:r>
            <a:pPr algn="l"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May 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10 Issues in Raw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377440" cy="301752"/>
          </a:xfrm>
          <a:prstGeom prst="rect">
            <a:avLst/>
          </a:prstGeom>
          <a:solidFill>
            <a:srgbClr val="DC2626">
              <a:alpha val="88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0120"/>
            <a:ext cx="23317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messy_dataset_Mukesh.csv  (10 rows)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301752" cy="301752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26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37160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ID=2 'Bob' — two rows with complementary NaNs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301752" cy="301752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8483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29968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2029968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Eve's ID was blank (assigned 6)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301752" cy="301752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43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688336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2688336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as number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'thirty-eight' for David → 38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301752" cy="301752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015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346704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346704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as number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'sixty five thousand' (ID=7) → 65,000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301752" cy="301752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599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005072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400507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Eve's date '2019-13-01' — month 13 → NaT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426464"/>
            <a:ext cx="301752" cy="3017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426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1371600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93792" y="137160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Charlie's Join Date was blank → imputed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084832"/>
            <a:ext cx="301752" cy="3017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8483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2029968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93792" y="2029968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(one row) and Heidi → filled with median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301752" cy="3017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43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0" y="2688336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93792" y="2688336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Salary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(one row) and Heidi → filled with median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401568"/>
            <a:ext cx="301752" cy="3017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4015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0" y="3346704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93792" y="3346704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Country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Grace's country was blank → filled with mode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4059936"/>
            <a:ext cx="301752" cy="3017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0599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20640" y="4005072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193792" y="400507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code —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'AU' should be 'AUS' — standardised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Cleaning, Outliers &amp; Correlation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3192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Cleaning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pd.to_numeric(errors='coerce') — type conversion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duplicate rows merged (ffill + bfill)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Eve's ID assigned = 6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'AU' → 'AUS' standardized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parsed (multiple formats); invalid → NaT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Age &amp; Salary → filled with column median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Country → filled with mode (NZ)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Join Date → filled with median (2020-01-15)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96012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960120"/>
            <a:ext cx="4297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IQR Outlier Detection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417320"/>
          <a:ext cx="4297680" cy="1097280"/>
        </p:xfrm>
        <a:graphic>
          <a:graphicData uri="http://schemas.openxmlformats.org/drawingml/2006/table">
            <a:tbl>
              <a:tblPr/>
              <a:tblGrid>
                <a:gridCol w="716280"/>
                <a:gridCol w="716280"/>
                <a:gridCol w="716280"/>
                <a:gridCol w="716280"/>
                <a:gridCol w="716280"/>
                <a:gridCol w="716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 – 47]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[$50K–$74K]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26280" y="28346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2834640"/>
            <a:ext cx="4297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28803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Pearson Correlation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3410712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33375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↔  Salary</a:t>
            </a:r>
            <a:pPr algn="l"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= +0.6289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19472" y="3584448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Moderate-strong positive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383133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9472" y="37581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↔  Join Year</a:t>
            </a:r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= −0.6957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19472" y="400507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4251960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41788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↔ Join Year</a:t>
            </a:r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= −0.1188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19472" y="442569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7 Charts Generated</a:t>
            </a:r>
            <a:endParaRPr lang="en-US" sz="2800" dirty="0"/>
          </a:p>
        </p:txBody>
      </p:sp>
      <p:pic>
        <p:nvPicPr>
          <p:cNvPr id="4" name="Image 0" descr="C:\Users\PC\Documents\CW\Data Clean\data_cleaning_Muk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5778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78992"/>
            <a:ext cx="301752" cy="3017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0789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0" y="1024128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73952" y="10241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Distribution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618488"/>
            <a:ext cx="301752" cy="3017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6184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1563624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73952" y="1563624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2157984"/>
            <a:ext cx="301752" cy="301752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15798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2103120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73952" y="210312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Country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2697480"/>
            <a:ext cx="301752" cy="3017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69748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2642616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73952" y="2642616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Boxplot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36976"/>
            <a:ext cx="301752" cy="3017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2369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3182112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73952" y="3182112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Boxplot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776472"/>
            <a:ext cx="301752" cy="3017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377647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0" y="3721608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73952" y="372160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Salary Scatter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35040" y="4315968"/>
            <a:ext cx="301752" cy="3017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0" y="4315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00800" y="4261104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73952" y="4261104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Heatmap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35040" y="46817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Saved: data_cleaning_Mukesh.png (180 DPI)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C4A8A">
              <a:alpha val="45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3474720" cy="3474720"/>
          </a:xfrm>
          <a:prstGeom prst="ellipse">
            <a:avLst/>
          </a:prstGeom>
          <a:solidFill>
            <a:srgbClr val="4A90D9">
              <a:alpha val="2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200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874520" cy="86868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$62,556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874520" cy="86868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155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 yrs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874520" cy="868680"/>
          </a:xfrm>
          <a:prstGeom prst="rect">
            <a:avLst/>
          </a:prstGeom>
          <a:solidFill>
            <a:srgbClr val="2C4A8A">
              <a:alpha val="80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155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67%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1097280"/>
            <a:ext cx="1874520" cy="868680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1155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148840"/>
            <a:ext cx="7955280" cy="42062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1488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data quality issues identified and resolved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642616"/>
            <a:ext cx="7955280" cy="42062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No outliers — Age [15–47], Salary [$50K–$74K]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136392"/>
            <a:ext cx="7955280" cy="42062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13639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Age ↔ Salary r = +0.629  |  Age ↔ Join Year r = −0.696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7955280" cy="42062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63016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7 visualizations generated and explained individually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123944"/>
            <a:ext cx="7955280" cy="42062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12394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Final dataset: 9 clean rows, 0 remaining NaNs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7955280" cy="292608"/>
          </a:xfrm>
          <a:prstGeom prst="rect">
            <a:avLst/>
          </a:prstGeom>
          <a:solidFill>
            <a:srgbClr val="4A90D9">
              <a:alpha val="6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634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Pandas  ·  NumPy  ·  Matplotlib  ·  Seaborn  ·  adjustText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&amp; Visualization</dc:title>
  <dc:subject>PptxGenJS Presentation</dc:subject>
  <dc:creator>Mukesh</dc:creator>
  <cp:lastModifiedBy>Mukesh</cp:lastModifiedBy>
  <cp:revision>1</cp:revision>
  <dcterms:created xsi:type="dcterms:W3CDTF">2026-05-02T21:10:11Z</dcterms:created>
  <dcterms:modified xsi:type="dcterms:W3CDTF">2026-05-02T21:10:11Z</dcterms:modified>
</cp:coreProperties>
</file>